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30977" y="744587"/>
            <a:ext cx="5681898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技术Leader竞聘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301901" y="2163812"/>
            <a:ext cx="2539901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30977" y="2582912"/>
            <a:ext cx="568189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竞聘岗位：PL（技术Leader）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0977" y="3274963"/>
            <a:ext cx="56818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000" dirty="0">
                <a:solidFill>
                  <a:srgbClr val="F5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竞聘人：[姓名]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0977" y="3836938"/>
            <a:ext cx="56818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000" dirty="0">
                <a:solidFill>
                  <a:srgbClr val="F5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[日期]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63501" y="1615976"/>
            <a:ext cx="7518499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501" y="634901"/>
            <a:ext cx="766886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个人介绍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63501" y="2142976"/>
            <a:ext cx="3600450" cy="1199852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87313" y="2142976"/>
            <a:ext cx="0" cy="1199852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5027" y="2396877"/>
            <a:ext cx="31059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5027" y="2755553"/>
            <a:ext cx="310592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[姓名]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81401" y="2142976"/>
            <a:ext cx="3600599" cy="1199852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05214" y="2142976"/>
            <a:ext cx="0" cy="1199852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2927" y="2396877"/>
            <a:ext cx="31060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现任职位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82927" y="2755553"/>
            <a:ext cx="31060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[当前职位]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3501" y="3660279"/>
            <a:ext cx="3600450" cy="1199852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87313" y="3660279"/>
            <a:ext cx="0" cy="1199852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5027" y="3914180"/>
            <a:ext cx="31059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工作年限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5027" y="4272855"/>
            <a:ext cx="310592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81401" y="3660279"/>
            <a:ext cx="3600599" cy="1199852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805214" y="3660279"/>
            <a:ext cx="0" cy="1199852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2927" y="3914180"/>
            <a:ext cx="31060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专业领域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82927" y="4272855"/>
            <a:ext cx="31060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[专业方向]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6402" y="1257151"/>
            <a:ext cx="7772698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402" y="444401"/>
            <a:ext cx="792815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PL职责与追求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6402" y="1593652"/>
            <a:ext cx="3759398" cy="3200549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6402" y="1612702"/>
            <a:ext cx="3759398" cy="0"/>
          </a:xfrm>
          <a:prstGeom prst="line">
            <a:avLst/>
          </a:prstGeom>
          <a:noFill/>
          <a:ln w="3810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302" y="1885652"/>
            <a:ext cx="331662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核心职责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90302" y="2447627"/>
            <a:ext cx="331662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技术引领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0302" y="2787253"/>
            <a:ext cx="331662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把控技术方向，推动技术创新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0302" y="3145185"/>
            <a:ext cx="331662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团队建设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0302" y="3484811"/>
            <a:ext cx="331662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培养人才梯队，提升团队能力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0302" y="3842742"/>
            <a:ext cx="331662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项目交付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0302" y="4182368"/>
            <a:ext cx="331662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确保项目质量，按时完成交付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49701" y="1593652"/>
            <a:ext cx="3759398" cy="3200549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49701" y="1612702"/>
            <a:ext cx="3759398" cy="0"/>
          </a:xfrm>
          <a:prstGeom prst="line">
            <a:avLst/>
          </a:prstGeom>
          <a:noFill/>
          <a:ln w="38100">
            <a:solidFill>
              <a:srgbClr val="722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3602" y="1885652"/>
            <a:ext cx="331662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个人追求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03602" y="2447627"/>
            <a:ext cx="331662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卓越文化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03602" y="2787253"/>
            <a:ext cx="331662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追求技术卓越，打造高质量产品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03602" y="3145185"/>
            <a:ext cx="331662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团队成长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03602" y="3484811"/>
            <a:ext cx="331662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赋能团队成员，实现共同进步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03602" y="3842742"/>
            <a:ext cx="331662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价值创造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03602" y="4182368"/>
            <a:ext cx="331662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聚焦业务价值，推动业务成功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6402" y="1193602"/>
            <a:ext cx="7772698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402" y="444401"/>
            <a:ext cx="792815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核心业绩总览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6402" y="1466552"/>
            <a:ext cx="3791099" cy="168265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6402" y="1485602"/>
            <a:ext cx="3791099" cy="0"/>
          </a:xfrm>
          <a:prstGeom prst="line">
            <a:avLst/>
          </a:prstGeom>
          <a:noFill/>
          <a:ln w="3810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002" y="1733252"/>
            <a:ext cx="340057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5002" y="2301478"/>
            <a:ext cx="34005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[业绩标题1]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5002" y="2692003"/>
            <a:ext cx="3400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[简要描述核心成果]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18000" y="1466552"/>
            <a:ext cx="3791099" cy="168265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18000" y="1485602"/>
            <a:ext cx="3791099" cy="0"/>
          </a:xfrm>
          <a:prstGeom prst="line">
            <a:avLst/>
          </a:prstGeom>
          <a:noFill/>
          <a:ln w="38100">
            <a:solidFill>
              <a:srgbClr val="722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600" y="1733252"/>
            <a:ext cx="340057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946600" y="2301478"/>
            <a:ext cx="34005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[业绩标题2]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46600" y="2692003"/>
            <a:ext cx="3400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[简要描述核心成果]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6402" y="3339703"/>
            <a:ext cx="3791099" cy="168265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6402" y="3358753"/>
            <a:ext cx="3791099" cy="0"/>
          </a:xfrm>
          <a:prstGeom prst="line">
            <a:avLst/>
          </a:prstGeom>
          <a:noFill/>
          <a:ln w="38100">
            <a:solidFill>
              <a:srgbClr val="722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002" y="3606403"/>
            <a:ext cx="340057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65002" y="4174629"/>
            <a:ext cx="34005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[业绩标题3]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5002" y="4565154"/>
            <a:ext cx="3400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[简要描述核心成果]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000" y="3339703"/>
            <a:ext cx="3791099" cy="168265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18000" y="3358753"/>
            <a:ext cx="3791099" cy="0"/>
          </a:xfrm>
          <a:prstGeom prst="line">
            <a:avLst/>
          </a:prstGeom>
          <a:noFill/>
          <a:ln w="38100">
            <a:solidFill>
              <a:srgbClr val="722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600" y="3606403"/>
            <a:ext cx="340057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946600" y="4174629"/>
            <a:ext cx="34005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[业绩标题4]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46600" y="4565154"/>
            <a:ext cx="3400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[简要描述核心成果]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6402" y="1320701"/>
            <a:ext cx="7772698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402" y="444401"/>
            <a:ext cx="84190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752302" y="506313"/>
            <a:ext cx="2177638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[业绩标题1]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0214" y="1657201"/>
            <a:ext cx="0" cy="295275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6427" y="1657201"/>
            <a:ext cx="77241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6402" y="2079427"/>
            <a:ext cx="7928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[描述项目的背景、挑战和目标]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0214" y="2536627"/>
            <a:ext cx="0" cy="295275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427" y="2536627"/>
            <a:ext cx="77241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核心贡献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402" y="2958852"/>
            <a:ext cx="7928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[描述你在项目中的关键作用和贡献]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402" y="3416052"/>
            <a:ext cx="7772698" cy="10668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60214" y="3416052"/>
            <a:ext cx="0" cy="1066800"/>
          </a:xfrm>
          <a:prstGeom prst="line">
            <a:avLst/>
          </a:prstGeom>
          <a:noFill/>
          <a:ln w="47625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4527" y="3606552"/>
            <a:ext cx="74909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4527" y="3920877"/>
            <a:ext cx="74909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[具体量化指标或成果]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6402" y="1320701"/>
            <a:ext cx="7772698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402" y="444401"/>
            <a:ext cx="84190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752302" y="506313"/>
            <a:ext cx="2177638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[业绩标题2]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0214" y="1657201"/>
            <a:ext cx="0" cy="295275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6427" y="1657201"/>
            <a:ext cx="77241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6402" y="2079427"/>
            <a:ext cx="7928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[描述项目的背景、挑战和目标]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0214" y="2536627"/>
            <a:ext cx="0" cy="295275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427" y="2536627"/>
            <a:ext cx="77241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核心贡献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402" y="2958852"/>
            <a:ext cx="7928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[描述你在项目中的关键作用和贡献]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402" y="3416052"/>
            <a:ext cx="7772698" cy="10668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60214" y="3416052"/>
            <a:ext cx="0" cy="1066800"/>
          </a:xfrm>
          <a:prstGeom prst="line">
            <a:avLst/>
          </a:prstGeom>
          <a:noFill/>
          <a:ln w="47625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4527" y="3606552"/>
            <a:ext cx="74909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4527" y="3920877"/>
            <a:ext cx="74909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[具体量化指标或成果]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6402" y="1320701"/>
            <a:ext cx="7772698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402" y="444401"/>
            <a:ext cx="84190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752302" y="506313"/>
            <a:ext cx="2177638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[业绩标题3]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0214" y="1657201"/>
            <a:ext cx="0" cy="295275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6427" y="1657201"/>
            <a:ext cx="77241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6402" y="2079427"/>
            <a:ext cx="7928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[描述项目的背景、挑战和目标]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0214" y="2536627"/>
            <a:ext cx="0" cy="295275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427" y="2536627"/>
            <a:ext cx="77241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核心贡献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402" y="2958852"/>
            <a:ext cx="7928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[描述你在项目中的关键作用和贡献]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402" y="3416052"/>
            <a:ext cx="7772698" cy="10668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60214" y="3416052"/>
            <a:ext cx="0" cy="1066800"/>
          </a:xfrm>
          <a:prstGeom prst="line">
            <a:avLst/>
          </a:prstGeom>
          <a:noFill/>
          <a:ln w="47625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4527" y="3606552"/>
            <a:ext cx="74909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4527" y="3920877"/>
            <a:ext cx="74909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[具体量化指标或成果]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6402" y="1320701"/>
            <a:ext cx="7772698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402" y="444401"/>
            <a:ext cx="84190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752302" y="506313"/>
            <a:ext cx="2177638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[业绩标题4]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0214" y="1657201"/>
            <a:ext cx="0" cy="295275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6427" y="1657201"/>
            <a:ext cx="77241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6402" y="2079427"/>
            <a:ext cx="7928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[描述项目的背景、挑战和目标]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0214" y="2536627"/>
            <a:ext cx="0" cy="295275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427" y="2536627"/>
            <a:ext cx="77241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核心贡献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402" y="2958852"/>
            <a:ext cx="7928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[描述你在项目中的关键作用和贡献]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402" y="3416052"/>
            <a:ext cx="7772698" cy="10668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60214" y="3416052"/>
            <a:ext cx="0" cy="1066800"/>
          </a:xfrm>
          <a:prstGeom prst="line">
            <a:avLst/>
          </a:prstGeom>
          <a:noFill/>
          <a:ln w="47625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4527" y="3606552"/>
            <a:ext cx="74909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4527" y="3920877"/>
            <a:ext cx="749095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[具体量化指标或成果]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6402" y="1257151"/>
            <a:ext cx="7772698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402" y="444401"/>
            <a:ext cx="792815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竞聘优势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6402" y="1593652"/>
            <a:ext cx="7772698" cy="9525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0214" y="1593652"/>
            <a:ext cx="0" cy="952500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6427" y="1746052"/>
            <a:ext cx="45328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71327" y="1746052"/>
            <a:ext cx="692107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[优势1标题]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1327" y="2155627"/>
            <a:ext cx="69210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[简要描述该优势的具体体现]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402" y="2736652"/>
            <a:ext cx="7772698" cy="9525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60214" y="2736652"/>
            <a:ext cx="0" cy="952500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6427" y="2889052"/>
            <a:ext cx="45328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71327" y="2889052"/>
            <a:ext cx="692107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[优势2标题]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1327" y="3298627"/>
            <a:ext cx="69210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[简要描述该优势的具体体现]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6402" y="3879652"/>
            <a:ext cx="7772698" cy="9525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60214" y="3879652"/>
            <a:ext cx="0" cy="952500"/>
          </a:xfrm>
          <a:prstGeom prst="line">
            <a:avLst/>
          </a:prstGeom>
          <a:noFill/>
          <a:ln w="47625">
            <a:solidFill>
              <a:srgbClr val="722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427" y="4032052"/>
            <a:ext cx="45328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71327" y="4032052"/>
            <a:ext cx="692107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[优势3标题]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1327" y="4441627"/>
            <a:ext cx="69210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[简要描述该优势的具体体现]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6402" y="1257151"/>
            <a:ext cx="7772698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402" y="444401"/>
            <a:ext cx="792815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工作规划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6402" y="1530102"/>
            <a:ext cx="3772049" cy="1483072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6402" y="1549152"/>
            <a:ext cx="3772049" cy="0"/>
          </a:xfrm>
          <a:prstGeom prst="line">
            <a:avLst/>
          </a:prstGeom>
          <a:noFill/>
          <a:ln w="3810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002" y="1796802"/>
            <a:ext cx="33811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短期目标（1-3个月）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5002" y="2155478"/>
            <a:ext cx="338114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[目标标题]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5002" y="2571304"/>
            <a:ext cx="33811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[具体计划和行动步骤]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37050" y="1530102"/>
            <a:ext cx="3772049" cy="1483072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37050" y="1549152"/>
            <a:ext cx="3772049" cy="0"/>
          </a:xfrm>
          <a:prstGeom prst="line">
            <a:avLst/>
          </a:prstGeom>
          <a:noFill/>
          <a:ln w="38100">
            <a:solidFill>
              <a:srgbClr val="722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650" y="1796802"/>
            <a:ext cx="33811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中期目标（3-6个月）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5650" y="2155478"/>
            <a:ext cx="338114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[目标标题]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65650" y="2571304"/>
            <a:ext cx="33811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[具体计划和行动步骤]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6402" y="3241774"/>
            <a:ext cx="3772049" cy="1483072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6402" y="3260824"/>
            <a:ext cx="3772049" cy="0"/>
          </a:xfrm>
          <a:prstGeom prst="line">
            <a:avLst/>
          </a:prstGeom>
          <a:noFill/>
          <a:ln w="38100">
            <a:solidFill>
              <a:srgbClr val="722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002" y="3508474"/>
            <a:ext cx="33811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长期目标（6-12个月）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5002" y="3867150"/>
            <a:ext cx="338114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[目标标题]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5002" y="4282976"/>
            <a:ext cx="33811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[具体计划和行动步骤]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37050" y="3241774"/>
            <a:ext cx="3772049" cy="1483072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37050" y="3260824"/>
            <a:ext cx="3772049" cy="0"/>
          </a:xfrm>
          <a:prstGeom prst="line">
            <a:avLst/>
          </a:prstGeom>
          <a:noFill/>
          <a:ln w="38100">
            <a:solidFill>
              <a:srgbClr val="722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650" y="3508474"/>
            <a:ext cx="33811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团队建设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65650" y="3867150"/>
            <a:ext cx="338114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722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[目标标题]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65650" y="4282976"/>
            <a:ext cx="33811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[团队发展和培养计划]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74633" y="744587"/>
            <a:ext cx="3594735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302050" y="2163812"/>
            <a:ext cx="2539901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74633" y="2582912"/>
            <a:ext cx="35947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期待与您携手共创未来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74633" y="3351163"/>
            <a:ext cx="359473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F5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联系人：[姓名]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74633" y="3875038"/>
            <a:ext cx="359473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F5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邮箱：[邮箱地址]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技术Leader竞聘PPT</dc:title>
  <dc:subject>PptxGenJS Presentation</dc:subject>
  <dc:creator>Technical Leader</dc:creator>
  <cp:lastModifiedBy>Technical Leader</cp:lastModifiedBy>
  <cp:revision>1</cp:revision>
  <dcterms:created xsi:type="dcterms:W3CDTF">2026-03-22T03:38:00Z</dcterms:created>
  <dcterms:modified xsi:type="dcterms:W3CDTF">2026-03-22T03:38:00Z</dcterms:modified>
</cp:coreProperties>
</file>